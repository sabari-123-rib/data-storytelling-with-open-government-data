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CAPSTONE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Data Storytelling with Open Government Data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Case study: School education in India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Audience: public, students, parents and local 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C"/>
                </a:solidFill>
              </a:defRPr>
            </a:pPr>
            <a:r>
              <a:t>CAPSTONE 46  • 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Why data storytelling?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Public datasets can be large and difficult to interpret.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Charts make patterns easier to see, but can also mislead.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A good story combines evidence, visual clarity and plain language.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AI can assist—but every important claim needs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C"/>
                </a:solidFill>
              </a:defRPr>
            </a:pPr>
            <a:r>
              <a:t>CAPSTONE 46  •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Verified national snapshot (UDISE+ 2023–24)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1,471,891 schools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9,807,600 teachers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248,045,828 enrolments, pre-primary to higher secondary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GER: primary 93.0%; secondary 77.4%; higher secondary 56.2%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Source: Ministry of Education, UDISE+ 2023–24.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C"/>
                </a:solidFill>
              </a:defRPr>
            </a:pPr>
            <a:r>
              <a:t>CAPSTONE 46  •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the charts show—and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GER is lower at higher-secondary than primary level in the reported figures.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Stage enrolment counts are not cohort tracking.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Enrolment counts are not attendance or learning outcomes.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The figures alone do not explain causes or prove a dropout 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C"/>
                </a:solidFill>
              </a:defRPr>
            </a:pPr>
            <a:r>
              <a:t>CAPSTONE 46  •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Chart honesty and AI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Label year, source, unit, population and definitions.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Use appropriate axes; do not hide missing data.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Separate observed patterns from causal explanations.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Compare AI output against official tables and keep an audit trail.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C"/>
                </a:solidFill>
              </a:defRPr>
            </a:pPr>
            <a:r>
              <a:t>CAPSTONE 46  •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Public data becomes useful when readers understand both findings and limits.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Download and verify state/district CSVs before adding local comparisons.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Refresh charts with the included Python script.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• Cite every dataset and disclose uncertainty.</a:t>
            </a:r>
          </a:p>
          <a:p>
            <a:pPr>
              <a:spcAft>
                <a:spcPts val="1200"/>
              </a:spcAft>
              <a:defRPr sz="2100">
                <a:solidFill>
                  <a:srgbClr val="E6EDFA"/>
                </a:solidFill>
              </a:defRPr>
            </a:pPr>
            <a:r>
              <a:t>Sources: data.gov.in; Ministry of Education / UDISE+.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C"/>
                </a:solidFill>
              </a:defRPr>
            </a:pPr>
            <a:r>
              <a:t>CAPSTONE 46  •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